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4"/>
  </p:notesMasterIdLst>
  <p:sldIdLst>
    <p:sldId id="258" r:id="rId6"/>
    <p:sldId id="262" r:id="rId7"/>
    <p:sldId id="256" r:id="rId8"/>
    <p:sldId id="259" r:id="rId9"/>
    <p:sldId id="260" r:id="rId10"/>
    <p:sldId id="261" r:id="rId11"/>
    <p:sldId id="263" r:id="rId12"/>
    <p:sldId id="25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3591FDD-3AF4-4ECB-A461-123AB981D298}">
          <p14:sldIdLst>
            <p14:sldId id="258"/>
            <p14:sldId id="262"/>
            <p14:sldId id="256"/>
            <p14:sldId id="259"/>
            <p14:sldId id="260"/>
            <p14:sldId id="261"/>
            <p14:sldId id="263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9E0"/>
    <a:srgbClr val="002129"/>
    <a:srgbClr val="DED5CB"/>
    <a:srgbClr val="F42100"/>
    <a:srgbClr val="EEE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24590A-62A3-41FF-BBA9-2F577A7BE90D}" v="31" dt="2025-11-19T22:33:17.084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52" autoAdjust="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EN SERNA MUÑOZ" userId="9eb24154-4783-4f93-b24e-a55a39540a15" providerId="ADAL" clId="{90388CF6-335A-467C-9BB0-AA6AAFF8D95E}"/>
    <pc:docChg chg="undo redo custSel addSld modSld">
      <pc:chgData name="RUBEN SERNA MUÑOZ" userId="9eb24154-4783-4f93-b24e-a55a39540a15" providerId="ADAL" clId="{90388CF6-335A-467C-9BB0-AA6AAFF8D95E}" dt="2025-11-19T22:33:22.880" v="547" actId="478"/>
      <pc:docMkLst>
        <pc:docMk/>
      </pc:docMkLst>
      <pc:sldChg chg="addSp delSp modSp mod">
        <pc:chgData name="RUBEN SERNA MUÑOZ" userId="9eb24154-4783-4f93-b24e-a55a39540a15" providerId="ADAL" clId="{90388CF6-335A-467C-9BB0-AA6AAFF8D95E}" dt="2025-11-19T22:27:00.777" v="461"/>
        <pc:sldMkLst>
          <pc:docMk/>
          <pc:sldMk cId="3292543680" sldId="261"/>
        </pc:sldMkLst>
        <pc:spChg chg="mod">
          <ac:chgData name="RUBEN SERNA MUÑOZ" userId="9eb24154-4783-4f93-b24e-a55a39540a15" providerId="ADAL" clId="{90388CF6-335A-467C-9BB0-AA6AAFF8D95E}" dt="2025-11-19T19:14:58.865" v="291" actId="14100"/>
          <ac:spMkLst>
            <pc:docMk/>
            <pc:sldMk cId="3292543680" sldId="261"/>
            <ac:spMk id="10" creationId="{DF1A88F4-D48F-C853-2EB6-A43A72221610}"/>
          </ac:spMkLst>
        </pc:spChg>
        <pc:spChg chg="add del mod">
          <ac:chgData name="RUBEN SERNA MUÑOZ" userId="9eb24154-4783-4f93-b24e-a55a39540a15" providerId="ADAL" clId="{90388CF6-335A-467C-9BB0-AA6AAFF8D95E}" dt="2025-11-19T18:52:41.894" v="11" actId="478"/>
          <ac:spMkLst>
            <pc:docMk/>
            <pc:sldMk cId="3292543680" sldId="261"/>
            <ac:spMk id="16" creationId="{F32C6478-432C-6C46-9670-2DDDFC350A8B}"/>
          </ac:spMkLst>
        </pc:spChg>
        <pc:spChg chg="add del mod">
          <ac:chgData name="RUBEN SERNA MUÑOZ" userId="9eb24154-4783-4f93-b24e-a55a39540a15" providerId="ADAL" clId="{90388CF6-335A-467C-9BB0-AA6AAFF8D95E}" dt="2025-11-19T18:57:53.256" v="49" actId="3680"/>
          <ac:spMkLst>
            <pc:docMk/>
            <pc:sldMk cId="3292543680" sldId="261"/>
            <ac:spMk id="18" creationId="{EE58831B-FAE9-9BC6-E965-6EB04F0C5DED}"/>
          </ac:spMkLst>
        </pc:spChg>
        <pc:spChg chg="add mod">
          <ac:chgData name="RUBEN SERNA MUÑOZ" userId="9eb24154-4783-4f93-b24e-a55a39540a15" providerId="ADAL" clId="{90388CF6-335A-467C-9BB0-AA6AAFF8D95E}" dt="2025-11-19T19:11:59.948" v="284" actId="20577"/>
          <ac:spMkLst>
            <pc:docMk/>
            <pc:sldMk cId="3292543680" sldId="261"/>
            <ac:spMk id="22" creationId="{3A231756-BE84-BCB0-045C-3EA011C31985}"/>
          </ac:spMkLst>
        </pc:spChg>
        <pc:spChg chg="add mod">
          <ac:chgData name="RUBEN SERNA MUÑOZ" userId="9eb24154-4783-4f93-b24e-a55a39540a15" providerId="ADAL" clId="{90388CF6-335A-467C-9BB0-AA6AAFF8D95E}" dt="2025-11-19T19:15:54.761" v="349" actId="1076"/>
          <ac:spMkLst>
            <pc:docMk/>
            <pc:sldMk cId="3292543680" sldId="261"/>
            <ac:spMk id="24" creationId="{366D8C88-0B29-CF48-C2E2-AD03837FDDB7}"/>
          </ac:spMkLst>
        </pc:spChg>
        <pc:graphicFrameChg chg="del modGraphic">
          <ac:chgData name="RUBEN SERNA MUÑOZ" userId="9eb24154-4783-4f93-b24e-a55a39540a15" providerId="ADAL" clId="{90388CF6-335A-467C-9BB0-AA6AAFF8D95E}" dt="2025-11-19T18:52:44.593" v="13" actId="478"/>
          <ac:graphicFrameMkLst>
            <pc:docMk/>
            <pc:sldMk cId="3292543680" sldId="261"/>
            <ac:graphicFrameMk id="11" creationId="{A27F1FA5-3F1F-1D1F-9910-48786D9E2451}"/>
          </ac:graphicFrameMkLst>
        </pc:graphicFrameChg>
        <pc:graphicFrameChg chg="add del mod ord modGraphic">
          <ac:chgData name="RUBEN SERNA MUÑOZ" userId="9eb24154-4783-4f93-b24e-a55a39540a15" providerId="ADAL" clId="{90388CF6-335A-467C-9BB0-AA6AAFF8D95E}" dt="2025-11-19T18:57:47.346" v="48" actId="3680"/>
          <ac:graphicFrameMkLst>
            <pc:docMk/>
            <pc:sldMk cId="3292543680" sldId="261"/>
            <ac:graphicFrameMk id="19" creationId="{DCCAC7B4-0A37-0594-903E-11D96F5C5BC2}"/>
          </ac:graphicFrameMkLst>
        </pc:graphicFrameChg>
        <pc:graphicFrameChg chg="add mod ord modGraphic">
          <ac:chgData name="RUBEN SERNA MUÑOZ" userId="9eb24154-4783-4f93-b24e-a55a39540a15" providerId="ADAL" clId="{90388CF6-335A-467C-9BB0-AA6AAFF8D95E}" dt="2025-11-19T22:27:00.777" v="461"/>
          <ac:graphicFrameMkLst>
            <pc:docMk/>
            <pc:sldMk cId="3292543680" sldId="261"/>
            <ac:graphicFrameMk id="20" creationId="{ABDDE127-5629-37AE-896A-602C7A04F176}"/>
          </ac:graphicFrameMkLst>
        </pc:graphicFrameChg>
        <pc:graphicFrameChg chg="add mod modGraphic">
          <ac:chgData name="RUBEN SERNA MUÑOZ" userId="9eb24154-4783-4f93-b24e-a55a39540a15" providerId="ADAL" clId="{90388CF6-335A-467C-9BB0-AA6AAFF8D95E}" dt="2025-11-19T19:17:30.242" v="409" actId="313"/>
          <ac:graphicFrameMkLst>
            <pc:docMk/>
            <pc:sldMk cId="3292543680" sldId="261"/>
            <ac:graphicFrameMk id="21" creationId="{DA74BD1C-F0F8-FE61-D02B-D68FADAC7E0A}"/>
          </ac:graphicFrameMkLst>
        </pc:graphicFrameChg>
        <pc:graphicFrameChg chg="add mod modGraphic">
          <ac:chgData name="RUBEN SERNA MUÑOZ" userId="9eb24154-4783-4f93-b24e-a55a39540a15" providerId="ADAL" clId="{90388CF6-335A-467C-9BB0-AA6AAFF8D95E}" dt="2025-11-19T19:17:40.565" v="413" actId="20577"/>
          <ac:graphicFrameMkLst>
            <pc:docMk/>
            <pc:sldMk cId="3292543680" sldId="261"/>
            <ac:graphicFrameMk id="23" creationId="{863A0279-2ED6-EBD9-87C1-611449706AAB}"/>
          </ac:graphicFrameMkLst>
        </pc:graphicFrameChg>
        <pc:picChg chg="del">
          <ac:chgData name="RUBEN SERNA MUÑOZ" userId="9eb24154-4783-4f93-b24e-a55a39540a15" providerId="ADAL" clId="{90388CF6-335A-467C-9BB0-AA6AAFF8D95E}" dt="2025-11-19T18:52:45.303" v="14" actId="478"/>
          <ac:picMkLst>
            <pc:docMk/>
            <pc:sldMk cId="3292543680" sldId="261"/>
            <ac:picMk id="13" creationId="{4D0B9596-4012-6998-5773-57B8B5D4FA4B}"/>
          </ac:picMkLst>
        </pc:picChg>
        <pc:picChg chg="del">
          <ac:chgData name="RUBEN SERNA MUÑOZ" userId="9eb24154-4783-4f93-b24e-a55a39540a15" providerId="ADAL" clId="{90388CF6-335A-467C-9BB0-AA6AAFF8D95E}" dt="2025-11-19T18:52:46.706" v="15" actId="478"/>
          <ac:picMkLst>
            <pc:docMk/>
            <pc:sldMk cId="3292543680" sldId="261"/>
            <ac:picMk id="15" creationId="{66EA6A54-DFCC-39C1-5B6F-1D0B7B8FE4A8}"/>
          </ac:picMkLst>
        </pc:picChg>
      </pc:sldChg>
      <pc:sldChg chg="addSp delSp modSp add mod">
        <pc:chgData name="RUBEN SERNA MUÑOZ" userId="9eb24154-4783-4f93-b24e-a55a39540a15" providerId="ADAL" clId="{90388CF6-335A-467C-9BB0-AA6AAFF8D95E}" dt="2025-11-19T22:33:22.880" v="547" actId="478"/>
        <pc:sldMkLst>
          <pc:docMk/>
          <pc:sldMk cId="1490336318" sldId="263"/>
        </pc:sldMkLst>
        <pc:spChg chg="add del mod">
          <ac:chgData name="RUBEN SERNA MUÑOZ" userId="9eb24154-4783-4f93-b24e-a55a39540a15" providerId="ADAL" clId="{90388CF6-335A-467C-9BB0-AA6AAFF8D95E}" dt="2025-11-19T19:18:48.197" v="424" actId="478"/>
          <ac:spMkLst>
            <pc:docMk/>
            <pc:sldMk cId="1490336318" sldId="263"/>
            <ac:spMk id="4" creationId="{6F990D7B-96EC-9CA6-10DE-168FEF74E393}"/>
          </ac:spMkLst>
        </pc:spChg>
        <pc:spChg chg="mod">
          <ac:chgData name="RUBEN SERNA MUÑOZ" userId="9eb24154-4783-4f93-b24e-a55a39540a15" providerId="ADAL" clId="{90388CF6-335A-467C-9BB0-AA6AAFF8D95E}" dt="2025-11-19T22:29:51.179" v="509" actId="1076"/>
          <ac:spMkLst>
            <pc:docMk/>
            <pc:sldMk cId="1490336318" sldId="263"/>
            <ac:spMk id="16" creationId="{090337C9-6A21-E15D-1B89-CA59A02857F0}"/>
          </ac:spMkLst>
        </pc:spChg>
        <pc:grpChg chg="add del mod">
          <ac:chgData name="RUBEN SERNA MUÑOZ" userId="9eb24154-4783-4f93-b24e-a55a39540a15" providerId="ADAL" clId="{90388CF6-335A-467C-9BB0-AA6AAFF8D95E}" dt="2025-11-19T22:32:50.244" v="540" actId="165"/>
          <ac:grpSpMkLst>
            <pc:docMk/>
            <pc:sldMk cId="1490336318" sldId="263"/>
            <ac:grpSpMk id="3" creationId="{E0905F0C-79AB-74D4-B801-7995A128C404}"/>
          </ac:grpSpMkLst>
        </pc:grpChg>
        <pc:grpChg chg="add mod">
          <ac:chgData name="RUBEN SERNA MUÑOZ" userId="9eb24154-4783-4f93-b24e-a55a39540a15" providerId="ADAL" clId="{90388CF6-335A-467C-9BB0-AA6AAFF8D95E}" dt="2025-11-19T22:33:17.084" v="546" actId="164"/>
          <ac:grpSpMkLst>
            <pc:docMk/>
            <pc:sldMk cId="1490336318" sldId="263"/>
            <ac:grpSpMk id="8" creationId="{A5A00B2F-7603-274C-79B3-D85BA3CACA2F}"/>
          </ac:grpSpMkLst>
        </pc:grpChg>
        <pc:grpChg chg="add del mod">
          <ac:chgData name="RUBEN SERNA MUÑOZ" userId="9eb24154-4783-4f93-b24e-a55a39540a15" providerId="ADAL" clId="{90388CF6-335A-467C-9BB0-AA6AAFF8D95E}" dt="2025-11-19T22:32:17.667" v="532" actId="165"/>
          <ac:grpSpMkLst>
            <pc:docMk/>
            <pc:sldMk cId="1490336318" sldId="263"/>
            <ac:grpSpMk id="18" creationId="{00EA4C00-AC96-1649-F41B-B46C34CAC71F}"/>
          </ac:grpSpMkLst>
        </pc:grpChg>
        <pc:graphicFrameChg chg="add mod">
          <ac:chgData name="RUBEN SERNA MUÑOZ" userId="9eb24154-4783-4f93-b24e-a55a39540a15" providerId="ADAL" clId="{90388CF6-335A-467C-9BB0-AA6AAFF8D95E}" dt="2025-11-19T19:18:27.019" v="418"/>
          <ac:graphicFrameMkLst>
            <pc:docMk/>
            <pc:sldMk cId="1490336318" sldId="263"/>
            <ac:graphicFrameMk id="7" creationId="{A97FCDE1-0E33-4A9A-55AA-F4EC7DAD1FF4}"/>
          </ac:graphicFrameMkLst>
        </pc:graphicFrameChg>
        <pc:graphicFrameChg chg="del">
          <ac:chgData name="RUBEN SERNA MUÑOZ" userId="9eb24154-4783-4f93-b24e-a55a39540a15" providerId="ADAL" clId="{90388CF6-335A-467C-9BB0-AA6AAFF8D95E}" dt="2025-11-19T22:25:54.095" v="433" actId="478"/>
          <ac:graphicFrameMkLst>
            <pc:docMk/>
            <pc:sldMk cId="1490336318" sldId="263"/>
            <ac:graphicFrameMk id="11" creationId="{DF9FEACD-22F5-0D80-A1D0-6B82950B405A}"/>
          </ac:graphicFrameMkLst>
        </pc:graphicFrameChg>
        <pc:graphicFrameChg chg="add del mod modGraphic">
          <ac:chgData name="RUBEN SERNA MUÑOZ" userId="9eb24154-4783-4f93-b24e-a55a39540a15" providerId="ADAL" clId="{90388CF6-335A-467C-9BB0-AA6AAFF8D95E}" dt="2025-11-19T22:29:51.294" v="513" actId="478"/>
          <ac:graphicFrameMkLst>
            <pc:docMk/>
            <pc:sldMk cId="1490336318" sldId="263"/>
            <ac:graphicFrameMk id="17" creationId="{F914A822-64C7-500A-3807-EDBC30B49429}"/>
          </ac:graphicFrameMkLst>
        </pc:graphicFrameChg>
        <pc:graphicFrameChg chg="add mod modGraphic">
          <ac:chgData name="RUBEN SERNA MUÑOZ" userId="9eb24154-4783-4f93-b24e-a55a39540a15" providerId="ADAL" clId="{90388CF6-335A-467C-9BB0-AA6AAFF8D95E}" dt="2025-11-19T22:30:56.346" v="531" actId="122"/>
          <ac:graphicFrameMkLst>
            <pc:docMk/>
            <pc:sldMk cId="1490336318" sldId="263"/>
            <ac:graphicFrameMk id="19" creationId="{C813DE06-22D8-B95F-207B-5433D896F80A}"/>
          </ac:graphicFrameMkLst>
        </pc:graphicFrameChg>
        <pc:picChg chg="add mod">
          <ac:chgData name="RUBEN SERNA MUÑOZ" userId="9eb24154-4783-4f93-b24e-a55a39540a15" providerId="ADAL" clId="{90388CF6-335A-467C-9BB0-AA6AAFF8D95E}" dt="2025-11-19T22:33:17.084" v="546" actId="164"/>
          <ac:picMkLst>
            <pc:docMk/>
            <pc:sldMk cId="1490336318" sldId="263"/>
            <ac:picMk id="7" creationId="{01DA5F5E-0CBD-EA06-678D-9052E30D8C74}"/>
          </ac:picMkLst>
        </pc:picChg>
        <pc:picChg chg="add del mod topLvl">
          <ac:chgData name="RUBEN SERNA MUÑOZ" userId="9eb24154-4783-4f93-b24e-a55a39540a15" providerId="ADAL" clId="{90388CF6-335A-467C-9BB0-AA6AAFF8D95E}" dt="2025-11-19T22:33:22.880" v="547" actId="478"/>
          <ac:picMkLst>
            <pc:docMk/>
            <pc:sldMk cId="1490336318" sldId="263"/>
            <ac:picMk id="9" creationId="{064D7C28-0482-FA84-6B1E-DEB70FEA37F3}"/>
          </ac:picMkLst>
        </pc:picChg>
        <pc:picChg chg="del">
          <ac:chgData name="RUBEN SERNA MUÑOZ" userId="9eb24154-4783-4f93-b24e-a55a39540a15" providerId="ADAL" clId="{90388CF6-335A-467C-9BB0-AA6AAFF8D95E}" dt="2025-11-19T19:18:25.543" v="416" actId="478"/>
          <ac:picMkLst>
            <pc:docMk/>
            <pc:sldMk cId="1490336318" sldId="263"/>
            <ac:picMk id="13" creationId="{69930D42-48CD-AE77-7BDE-1F14F9CEA9CD}"/>
          </ac:picMkLst>
        </pc:picChg>
        <pc:picChg chg="add del mod topLvl">
          <ac:chgData name="RUBEN SERNA MUÑOZ" userId="9eb24154-4783-4f93-b24e-a55a39540a15" providerId="ADAL" clId="{90388CF6-335A-467C-9BB0-AA6AAFF8D95E}" dt="2025-11-19T22:33:17.084" v="546" actId="164"/>
          <ac:picMkLst>
            <pc:docMk/>
            <pc:sldMk cId="1490336318" sldId="263"/>
            <ac:picMk id="14" creationId="{DDB23343-E48C-1A31-774C-F1A8110C08A5}"/>
          </ac:picMkLst>
        </pc:picChg>
        <pc:picChg chg="del">
          <ac:chgData name="RUBEN SERNA MUÑOZ" userId="9eb24154-4783-4f93-b24e-a55a39540a15" providerId="ADAL" clId="{90388CF6-335A-467C-9BB0-AA6AAFF8D95E}" dt="2025-11-19T19:18:43.940" v="423" actId="478"/>
          <ac:picMkLst>
            <pc:docMk/>
            <pc:sldMk cId="1490336318" sldId="263"/>
            <ac:picMk id="15" creationId="{6FD5F9CB-2370-1DE1-4C2C-874CE4C458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FC58E-D751-42A6-8020-AE212C2E6372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9E1BF-F482-4B09-A220-7196C366D2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192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30134-03CF-B844-5FE9-CF8D98613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2" y="365126"/>
            <a:ext cx="5187600" cy="31591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s-ES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3E5D99-2FA6-118F-552A-8DEFB9BFC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67747"/>
            <a:ext cx="9144000" cy="46567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3EEE225-C217-1C99-1C7E-CBF0867951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AEFA2ED0-E7EC-A30F-6300-F3D7529FA1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Nombre Unidad</a:t>
            </a:r>
          </a:p>
        </p:txBody>
      </p:sp>
    </p:spTree>
    <p:extLst>
      <p:ext uri="{BB962C8B-B14F-4D97-AF65-F5344CB8AC3E}">
        <p14:creationId xmlns:p14="http://schemas.microsoft.com/office/powerpoint/2010/main" val="218432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35629-BE3D-F1DE-9ADB-5BD0477F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1B778B-C65B-6717-9635-1C6D8B0A5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D331AF2F-C6FC-7331-31E3-0E313DB24D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2244BFD9-1AA9-7014-183E-0BDFCC8182C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904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B84AD-5D38-27F0-2A96-7B7E6AF2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715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4CD48-36DF-ADBB-466D-70C2378EA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51263"/>
            <a:ext cx="10515600" cy="17351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659715E7-79BC-CB55-5398-83D150768D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D696B9DE-6579-D3CE-83FA-40F695B387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877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B7EAF-AA53-B0E7-36F8-BE36A7D4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A128E-7454-986D-3D81-73036B254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5181600" cy="46323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CF0C9D-133E-655C-95C4-D980D9885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73125"/>
            <a:ext cx="5181600" cy="46323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A0299F-A92E-5A14-FA99-29D625D41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F01B5BFF-96A1-4721-C871-E829BEF0711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939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02622-0A02-2239-E45F-F88F1693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5157787" cy="31591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3E9A4C-7843-4930-1F6A-8A6EAC77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286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C5E003-C45B-E844-FBC0-42094D326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52600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EB0212-7E76-8601-742C-D3BE8719D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286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044D1B-8BE3-EC9D-E50E-28FA964B2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52600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CD1B1445-8FF5-17C4-6D98-D6488576BC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7A06D4B6-2F80-6030-4EFE-843A0BD8DA1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970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D4A59-08EC-8657-C6F6-41A8C2F3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7AF110-417D-D60F-C38D-6900F4DA9E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A50192-175F-1585-1926-B864761E58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841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BA4D09-9960-A79B-27E9-59800BB052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2ACB0EF7-3DEA-FF0D-D5AB-E210B6A328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435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AD63A-CCF7-50B3-7141-24378E2E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99A0E7-FE36-ADF4-345D-8954F0686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6037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4BBD5B-FDBC-A348-1A00-7BC1123E3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337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01CFB5-5012-CEA4-7EB0-3ECFAA925A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45F80777-0822-16A3-E9A0-970AEA5A35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199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B2C74-536E-9FCE-68AE-D2C8C432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E08CBC-4C77-A911-9167-9975951D5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632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9EBF62-32B3-0BDF-77EA-0271FE610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623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79C548-2306-DA10-3E9B-8A73C52E87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A516B9CC-B7A0-1422-D941-4E3CE420E2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7291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82953-896C-72F2-4D88-3F380798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8D2EE4-BE01-C004-DC44-ECC856962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5EF7CC4E-0EC4-319F-ED78-96E4075A21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63944EB-7AAF-4448-4A5E-70CC6E6EE8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299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23C432-1CB3-C8E5-2988-94E0262E4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81049"/>
            <a:ext cx="2628900" cy="48291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05BC5C-8E09-120E-7819-CA46D7C1E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81049"/>
            <a:ext cx="7734300" cy="48291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0E58F960-959A-1B58-D1B5-8F340040A8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5F4D9FEF-A254-1AA9-5B4A-DEF8E1E7522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0528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">
    <p:bg>
      <p:bgPr>
        <a:solidFill>
          <a:srgbClr val="007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16">
            <a:extLst>
              <a:ext uri="{FF2B5EF4-FFF2-40B4-BE49-F238E27FC236}">
                <a16:creationId xmlns:a16="http://schemas.microsoft.com/office/drawing/2014/main" id="{71FE5AC9-2F36-C5C1-243B-3B039E767334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solidFill>
            <a:srgbClr val="002028"/>
          </a:solidFill>
          <a:ln>
            <a:solidFill>
              <a:srgbClr val="00202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2589B-554D-FC37-3410-065B8D7FE12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EEE9E0"/>
                </a:solidFill>
              </a:defRPr>
            </a:lvl1pPr>
          </a:lstStyle>
          <a:p>
            <a:r>
              <a:rPr lang="es-ES" dirty="0"/>
              <a:t>Nombre Unidad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A8BFF3-73AB-9E6F-9AC1-73D2BAE947E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5952527"/>
            <a:ext cx="4777200" cy="691200"/>
          </a:xfrm>
          <a:prstGeom prst="rect">
            <a:avLst/>
          </a:prstGeom>
        </p:spPr>
      </p:pic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D8AFB1-406A-1993-4AD1-B076E5F1A8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anchor="t"/>
          <a:lstStyle>
            <a:lvl1pPr>
              <a:defRPr>
                <a:solidFill>
                  <a:srgbClr val="EEE9E2"/>
                </a:solidFill>
              </a:defRPr>
            </a:lvl1pPr>
          </a:lstStyle>
          <a:p>
            <a:pPr algn="r"/>
            <a:r>
              <a:rPr lang="es-ES" dirty="0"/>
              <a:t>Nombre y apellidos ponente/s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B00AEB7-8005-5FDB-B8D1-DA0A1E833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186263" cy="5206999"/>
          </a:xfrm>
        </p:spPr>
        <p:txBody>
          <a:bodyPr anchor="t"/>
          <a:lstStyle>
            <a:lvl1pPr algn="l">
              <a:defRPr sz="6000">
                <a:solidFill>
                  <a:srgbClr val="DED5CB"/>
                </a:solidFill>
              </a:defRPr>
            </a:lvl1pPr>
          </a:lstStyle>
          <a:p>
            <a:r>
              <a:rPr lang="es-ES" dirty="0"/>
              <a:t>Haga clic para modificar el de 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09391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to Capítulo">
    <p:bg>
      <p:bgPr>
        <a:solidFill>
          <a:srgbClr val="007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16">
            <a:extLst>
              <a:ext uri="{FF2B5EF4-FFF2-40B4-BE49-F238E27FC236}">
                <a16:creationId xmlns:a16="http://schemas.microsoft.com/office/drawing/2014/main" id="{A4EFE4AF-9D8C-AD9A-E16C-39301D85FE95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solidFill>
            <a:srgbClr val="002028"/>
          </a:solidFill>
          <a:ln>
            <a:solidFill>
              <a:srgbClr val="00202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A7FA0D-C946-40D6-8C2E-A1DF5DD3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6263" cy="5206999"/>
          </a:xfrm>
        </p:spPr>
        <p:txBody>
          <a:bodyPr anchor="t"/>
          <a:lstStyle>
            <a:lvl1pPr algn="l">
              <a:defRPr sz="6000">
                <a:solidFill>
                  <a:srgbClr val="DED5CB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BE7D12-5774-84AD-7A4E-EF43DE832D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6"/>
            <a:ext cx="5186263" cy="5206998"/>
          </a:xfrm>
        </p:spPr>
        <p:txBody>
          <a:bodyPr anchor="t"/>
          <a:lstStyle>
            <a:lvl1pPr>
              <a:defRPr/>
            </a:lvl1pPr>
          </a:lstStyle>
          <a:p>
            <a:pPr algn="r"/>
            <a:r>
              <a:rPr lang="es-ES" sz="6000" dirty="0">
                <a:solidFill>
                  <a:srgbClr val="DED5CB"/>
                </a:solidFill>
                <a:ea typeface="+mj-ea"/>
                <a:cs typeface="+mj-cs"/>
              </a:rPr>
              <a:t>Núm. Capítulo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2589B-554D-FC37-3410-065B8D7FE12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EEE9E0"/>
                </a:solidFill>
              </a:defRPr>
            </a:lvl1pPr>
          </a:lstStyle>
          <a:p>
            <a:r>
              <a:rPr lang="es-ES" dirty="0"/>
              <a:t>Nombre Unidad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A8BFF3-73AB-9E6F-9AC1-73D2BAE947E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5959617"/>
            <a:ext cx="4777200" cy="6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46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">
    <p:bg>
      <p:bgPr>
        <a:solidFill>
          <a:srgbClr val="007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489A3C-9EAE-4E1A-5D5A-1A2A395110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06825" y="1139825"/>
            <a:ext cx="4578350" cy="457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13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0043E-AFFC-C0ED-FC94-E5126C7B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703CB9-8B6F-BEC0-9618-03CA95B046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EA6B0E-33F2-55BE-4C6A-D5A35F36F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239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6434D3-F78E-A0B4-56B6-DF951000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5E512-936D-C48D-3C76-7E3139089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86408"/>
            <a:ext cx="10515600" cy="4733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F41017BF-444F-5CBB-50E9-A7B775D17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7535" y="365126"/>
            <a:ext cx="5186263" cy="315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F42100"/>
                </a:solidFill>
                <a:latin typeface="IBM Plex Sans" panose="020B0503050203000203" pitchFamily="34" charset="0"/>
              </a:defRPr>
            </a:lvl1pPr>
          </a:lstStyle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10" name="Rectángulo redondeado 16">
            <a:extLst>
              <a:ext uri="{FF2B5EF4-FFF2-40B4-BE49-F238E27FC236}">
                <a16:creationId xmlns:a16="http://schemas.microsoft.com/office/drawing/2014/main" id="{AEDF752A-2C38-F099-B9CE-D8502CD9AD7F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noFill/>
          <a:ln>
            <a:solidFill>
              <a:srgbClr val="F421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6E544AF-DACA-D201-9AD0-2F040507A5D8}"/>
              </a:ext>
            </a:extLst>
          </p:cNvPr>
          <p:cNvPicPr>
            <a:picLocks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38200" y="5958667"/>
            <a:ext cx="4778296" cy="691200"/>
          </a:xfrm>
          <a:prstGeom prst="rect">
            <a:avLst/>
          </a:prstGeom>
        </p:spPr>
      </p:pic>
      <p:sp>
        <p:nvSpPr>
          <p:cNvPr id="13" name="Marcador de fecha 12">
            <a:extLst>
              <a:ext uri="{FF2B5EF4-FFF2-40B4-BE49-F238E27FC236}">
                <a16:creationId xmlns:a16="http://schemas.microsoft.com/office/drawing/2014/main" id="{838B2287-86A7-4C0B-D681-5CE7A6895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43245" y="5958667"/>
            <a:ext cx="2910553" cy="692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002129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s-ES" dirty="0"/>
              <a:t>Nombre Unidad</a:t>
            </a:r>
          </a:p>
        </p:txBody>
      </p:sp>
    </p:spTree>
    <p:extLst>
      <p:ext uri="{BB962C8B-B14F-4D97-AF65-F5344CB8AC3E}">
        <p14:creationId xmlns:p14="http://schemas.microsoft.com/office/powerpoint/2010/main" val="97247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kern="1200">
          <a:solidFill>
            <a:srgbClr val="F42100"/>
          </a:solidFill>
          <a:latin typeface="IBM Plex Sans" panose="020B050305020300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28FFD3-3209-26B9-183E-0B1227CCEC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Máster Inteligencia Artificial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5B78AF-22EC-5EB5-0025-E17CA0DD52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s-ES" dirty="0" err="1"/>
              <a:t>Anastasiya</a:t>
            </a:r>
            <a:r>
              <a:rPr lang="es-ES" dirty="0"/>
              <a:t> </a:t>
            </a:r>
            <a:r>
              <a:rPr lang="es-ES" dirty="0" err="1"/>
              <a:t>Ruzhytska</a:t>
            </a:r>
            <a:r>
              <a:rPr lang="es-ES" dirty="0"/>
              <a:t> </a:t>
            </a:r>
            <a:r>
              <a:rPr lang="es-ES" dirty="0" err="1"/>
              <a:t>RuzhytskaNombre</a:t>
            </a:r>
            <a:endParaRPr lang="es-ES" dirty="0"/>
          </a:p>
          <a:p>
            <a:pPr algn="r"/>
            <a:r>
              <a:rPr lang="es-ES" dirty="0"/>
              <a:t>Rubén Serna Muñoz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940AADC-8F31-644F-7E0C-3DA7F42FA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365125"/>
            <a:ext cx="11896725" cy="5206999"/>
          </a:xfrm>
        </p:spPr>
        <p:txBody>
          <a:bodyPr/>
          <a:lstStyle/>
          <a:p>
            <a:pPr lvl="0" algn="ctr">
              <a:spcBef>
                <a:spcPts val="0"/>
              </a:spcBef>
            </a:pPr>
            <a:br>
              <a:rPr lang="es-ES" dirty="0"/>
            </a:br>
            <a:r>
              <a:rPr lang="es-ES" dirty="0"/>
              <a:t>Práctica 1</a:t>
            </a:r>
            <a:br>
              <a:rPr lang="es-ES" dirty="0"/>
            </a:br>
            <a:br>
              <a:rPr lang="es-ES" dirty="0"/>
            </a:br>
            <a:r>
              <a:rPr lang="es-ES" dirty="0"/>
              <a:t>Análisis y resolución de problemas de aprendizaje </a:t>
            </a:r>
          </a:p>
        </p:txBody>
      </p:sp>
    </p:spTree>
    <p:extLst>
      <p:ext uri="{BB962C8B-B14F-4D97-AF65-F5344CB8AC3E}">
        <p14:creationId xmlns:p14="http://schemas.microsoft.com/office/powerpoint/2010/main" val="2202042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D1A07-0CEF-0EFD-5C10-E155A8F2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365125"/>
            <a:ext cx="5614888" cy="5206999"/>
          </a:xfrm>
        </p:spPr>
        <p:txBody>
          <a:bodyPr>
            <a:normAutofit/>
          </a:bodyPr>
          <a:lstStyle/>
          <a:p>
            <a:r>
              <a:rPr lang="es" sz="2400" dirty="0"/>
              <a:t>Introducción</a:t>
            </a:r>
            <a:br>
              <a:rPr lang="es" sz="2400" dirty="0"/>
            </a:br>
            <a:r>
              <a:rPr lang="es" sz="2400" dirty="0"/>
              <a:t>Técnicas utilizadas en el estudio</a:t>
            </a:r>
            <a:br>
              <a:rPr lang="es-ES" sz="2400" dirty="0"/>
            </a:br>
            <a:r>
              <a:rPr lang="es-ES" sz="2400" dirty="0"/>
              <a:t>Influencia de variables</a:t>
            </a:r>
            <a:br>
              <a:rPr lang="es-ES" sz="2400" dirty="0"/>
            </a:br>
            <a:r>
              <a:rPr lang="es" sz="2400" dirty="0"/>
              <a:t>Comparativa bullying1 vs bullying2</a:t>
            </a:r>
            <a:endParaRPr lang="es-ES" sz="24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4A2CEC-AE07-7E8D-7A8F-16F2BBD348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s-ES" sz="6000">
                <a:solidFill>
                  <a:srgbClr val="DED5CB"/>
                </a:solidFill>
                <a:ea typeface="+mj-ea"/>
                <a:cs typeface="+mj-cs"/>
              </a:rPr>
              <a:t>Índice</a:t>
            </a:r>
            <a:endParaRPr lang="es-ES" sz="6000" dirty="0">
              <a:solidFill>
                <a:srgbClr val="DED5CB"/>
              </a:solidFill>
              <a:ea typeface="+mj-ea"/>
              <a:cs typeface="+mj-cs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38AB95-E0E7-341B-CF34-051C084CB30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Máster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2467193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5A4EA0F-4DC4-F27F-DC4D-DAE1600C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" dirty="0"/>
              <a:t>Introducción</a:t>
            </a:r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55B877A-0F6C-B345-4976-3B78A69C99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s-ES" dirty="0">
                <a:solidFill>
                  <a:schemeClr val="dk1"/>
                </a:solidFill>
              </a:rPr>
              <a:t>El acoso escolar, o </a:t>
            </a:r>
            <a:r>
              <a:rPr lang="es-ES" dirty="0" err="1">
                <a:solidFill>
                  <a:schemeClr val="dk1"/>
                </a:solidFill>
              </a:rPr>
              <a:t>bullying</a:t>
            </a:r>
            <a:r>
              <a:rPr lang="es-ES" dirty="0">
                <a:solidFill>
                  <a:schemeClr val="dk1"/>
                </a:solidFill>
              </a:rPr>
              <a:t>, es un problema serio que afecta a miles de estudiantes y tiene consecuencias emocionales, sociales y académicas muy graves. A nivel europeo, alrededor del </a:t>
            </a:r>
            <a:r>
              <a:rPr lang="es-ES" b="1" dirty="0">
                <a:solidFill>
                  <a:schemeClr val="dk1"/>
                </a:solidFill>
              </a:rPr>
              <a:t>11 % de los adolescentes sufre acoso</a:t>
            </a:r>
            <a:r>
              <a:rPr lang="es-ES" dirty="0">
                <a:solidFill>
                  <a:schemeClr val="dk1"/>
                </a:solidFill>
              </a:rPr>
              <a:t> tradicional y </a:t>
            </a:r>
            <a:r>
              <a:rPr lang="es-ES" b="1" dirty="0">
                <a:solidFill>
                  <a:schemeClr val="dk1"/>
                </a:solidFill>
              </a:rPr>
              <a:t>un 15 % ciberacoso</a:t>
            </a:r>
            <a:r>
              <a:rPr lang="es-ES" dirty="0">
                <a:solidFill>
                  <a:schemeClr val="dk1"/>
                </a:solidFill>
              </a:rPr>
              <a:t>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En España, aproximadamente </a:t>
            </a:r>
            <a:r>
              <a:rPr lang="es-ES" b="1" dirty="0">
                <a:solidFill>
                  <a:schemeClr val="dk1"/>
                </a:solidFill>
              </a:rPr>
              <a:t>1 de cada 4 estudiantes</a:t>
            </a:r>
            <a:r>
              <a:rPr lang="es-ES" dirty="0">
                <a:solidFill>
                  <a:schemeClr val="dk1"/>
                </a:solidFill>
              </a:rPr>
              <a:t> identifica casos de </a:t>
            </a:r>
            <a:r>
              <a:rPr lang="es-ES" dirty="0" err="1">
                <a:solidFill>
                  <a:schemeClr val="dk1"/>
                </a:solidFill>
              </a:rPr>
              <a:t>bullying</a:t>
            </a:r>
            <a:r>
              <a:rPr lang="es-ES" dirty="0">
                <a:solidFill>
                  <a:schemeClr val="dk1"/>
                </a:solidFill>
              </a:rPr>
              <a:t> en su centro y los estudios sitúan la prevalencia real en torno al </a:t>
            </a:r>
            <a:r>
              <a:rPr lang="es-ES" b="1" dirty="0">
                <a:solidFill>
                  <a:schemeClr val="dk1"/>
                </a:solidFill>
              </a:rPr>
              <a:t>11%</a:t>
            </a:r>
            <a:r>
              <a:rPr lang="es-ES" dirty="0">
                <a:solidFill>
                  <a:schemeClr val="dk1"/>
                </a:solidFill>
              </a:rPr>
              <a:t>, especialmente en formas verbales y psicológicas, que suelen ser menos visibles.</a:t>
            </a:r>
            <a:endParaRPr lang="es-ES" sz="4000" dirty="0"/>
          </a:p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CD64A-0927-1EE9-CD60-A363852DF8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" dirty="0"/>
              <a:t>Análisis y resolución de problemas de aprendizaje 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EC4E3D-7FD7-FF4A-E73A-D1695FE86A8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Máster Inteligencia Artificial</a:t>
            </a:r>
          </a:p>
        </p:txBody>
      </p:sp>
      <p:pic>
        <p:nvPicPr>
          <p:cNvPr id="9" name="Google Shape;70;p15">
            <a:extLst>
              <a:ext uri="{FF2B5EF4-FFF2-40B4-BE49-F238E27FC236}">
                <a16:creationId xmlns:a16="http://schemas.microsoft.com/office/drawing/2014/main" id="{0C3F3A71-6F5C-99FB-3920-F72374A2C946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46837" y="873125"/>
            <a:ext cx="4632325" cy="4632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635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FB58A-A67F-B90A-34E7-33C79815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" dirty="0"/>
              <a:t>Técnicas utilizadas en el estudio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14D451-A713-0756-CC31-957A2BAB2D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lvl="0" indent="-342900">
              <a:spcBef>
                <a:spcPts val="0"/>
              </a:spcBef>
              <a:buSzPts val="1800"/>
              <a:buAutoNum type="arabicPeriod"/>
            </a:pPr>
            <a:r>
              <a:rPr lang="es-ES" sz="2400" dirty="0"/>
              <a:t>Regresión logística( balanceado)</a:t>
            </a:r>
          </a:p>
          <a:p>
            <a:pPr marL="457200" lvl="0" indent="-342900">
              <a:spcBef>
                <a:spcPts val="0"/>
              </a:spcBef>
              <a:buSzPts val="1800"/>
              <a:buAutoNum type="arabicPeriod"/>
            </a:pPr>
            <a:r>
              <a:rPr lang="es-ES" sz="2400" dirty="0" err="1"/>
              <a:t>Random</a:t>
            </a:r>
            <a:r>
              <a:rPr lang="es-ES" sz="2400" dirty="0"/>
              <a:t> Forest ( balanceado)</a:t>
            </a:r>
          </a:p>
          <a:p>
            <a:pPr marL="457200" lvl="0" indent="-342900">
              <a:spcBef>
                <a:spcPts val="0"/>
              </a:spcBef>
              <a:buSzPts val="1800"/>
              <a:buAutoNum type="arabicPeriod"/>
            </a:pPr>
            <a:r>
              <a:rPr lang="es-ES" sz="2400" dirty="0" err="1"/>
              <a:t>Smote</a:t>
            </a:r>
            <a:r>
              <a:rPr lang="es-ES" sz="2400" dirty="0"/>
              <a:t> + </a:t>
            </a:r>
            <a:r>
              <a:rPr lang="es-ES" sz="2400" dirty="0" err="1"/>
              <a:t>Random</a:t>
            </a:r>
            <a:r>
              <a:rPr lang="es-ES" sz="2400" dirty="0"/>
              <a:t> </a:t>
            </a:r>
            <a:r>
              <a:rPr lang="es-ES" sz="2400" dirty="0" err="1"/>
              <a:t>forest</a:t>
            </a:r>
            <a:endParaRPr lang="es-ES" sz="2400" dirty="0"/>
          </a:p>
          <a:p>
            <a:pPr marL="457200" lvl="0" indent="-342900">
              <a:spcBef>
                <a:spcPts val="0"/>
              </a:spcBef>
              <a:buSzPts val="1800"/>
              <a:buAutoNum type="arabicPeriod"/>
            </a:pPr>
            <a:r>
              <a:rPr lang="es-ES" sz="2400" dirty="0" err="1"/>
              <a:t>Smote</a:t>
            </a:r>
            <a:r>
              <a:rPr lang="es-ES" sz="2400" dirty="0"/>
              <a:t> + Regresión </a:t>
            </a:r>
            <a:r>
              <a:rPr lang="es-ES" sz="2400" dirty="0" err="1"/>
              <a:t>Logistica</a:t>
            </a:r>
            <a:endParaRPr lang="es-ES" sz="2400" dirty="0"/>
          </a:p>
          <a:p>
            <a:pPr marL="457200" lvl="0" indent="-342900">
              <a:spcBef>
                <a:spcPts val="0"/>
              </a:spcBef>
              <a:buSzPts val="1800"/>
              <a:buAutoNum type="arabicPeriod"/>
            </a:pPr>
            <a:r>
              <a:rPr lang="es-ES" sz="2400" dirty="0" err="1"/>
              <a:t>Gradient</a:t>
            </a:r>
            <a:r>
              <a:rPr lang="es-ES" sz="2400" dirty="0"/>
              <a:t> </a:t>
            </a:r>
            <a:r>
              <a:rPr lang="es-ES" sz="2400" dirty="0" err="1"/>
              <a:t>Boosting</a:t>
            </a:r>
            <a:endParaRPr lang="es-ES" sz="2400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11C1E5-4801-7BD2-FDC6-CA42192943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" dirty="0"/>
              <a:t>Análisis y resolución de problemas de aprendizaje </a:t>
            </a:r>
            <a:endParaRPr lang="es-E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35FA8C82-6867-81A2-93BF-758CF7097C2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Máster Inteligencia Artificial</a:t>
            </a:r>
          </a:p>
        </p:txBody>
      </p:sp>
      <p:pic>
        <p:nvPicPr>
          <p:cNvPr id="7" name="Google Shape;78;p16">
            <a:extLst>
              <a:ext uri="{FF2B5EF4-FFF2-40B4-BE49-F238E27FC236}">
                <a16:creationId xmlns:a16="http://schemas.microsoft.com/office/drawing/2014/main" id="{BD57B5D3-AFA4-D792-1C88-2098A646083B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2200" y="1423344"/>
            <a:ext cx="5181600" cy="3531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819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606AC99-40CA-ACE9-A6E7-A1CF3284E4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Influencia de variables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BC97947B-374A-EB71-CD82-C429A00282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4DA434-DB72-969F-E90E-970192697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" dirty="0"/>
              <a:t>Análisis y resolución de problemas de aprendizaje </a:t>
            </a:r>
            <a:endParaRPr lang="es-E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682D5219-DDAB-14B2-7385-834A6D56B5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Máster Inteligencia Artificial</a:t>
            </a:r>
          </a:p>
        </p:txBody>
      </p:sp>
      <p:pic>
        <p:nvPicPr>
          <p:cNvPr id="9" name="Google Shape;85;p17">
            <a:extLst>
              <a:ext uri="{FF2B5EF4-FFF2-40B4-BE49-F238E27FC236}">
                <a16:creationId xmlns:a16="http://schemas.microsoft.com/office/drawing/2014/main" id="{F75D4E1A-126C-ADEA-4F83-2FB81CB832F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0513" y="1331800"/>
            <a:ext cx="5250974" cy="419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3815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E5930-2630-A4A5-C9C8-E4C51FED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" dirty="0"/>
              <a:t>Comparativa bullying1 vs bullying2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470485-8C78-00E0-CE70-6C51409F8C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" dirty="0"/>
              <a:t>Análisis y resolución de problemas de aprendizaje </a:t>
            </a:r>
            <a:endParaRPr lang="es-E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1C132611-4577-6792-5F63-DE4B7EA2E09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Máster Inteligencia Artificial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DF1A88F4-D48F-C853-2EB6-A43A72221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205" y="873126"/>
            <a:ext cx="5796595" cy="946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000" dirty="0"/>
              <a:t>Comparativa de datos:</a:t>
            </a:r>
          </a:p>
          <a:p>
            <a:pPr marL="0" indent="0" algn="just">
              <a:buNone/>
            </a:pPr>
            <a:endParaRPr lang="es-ES" sz="2000" dirty="0"/>
          </a:p>
        </p:txBody>
      </p:sp>
      <p:graphicFrame>
        <p:nvGraphicFramePr>
          <p:cNvPr id="20" name="Marcador de contenido 19">
            <a:extLst>
              <a:ext uri="{FF2B5EF4-FFF2-40B4-BE49-F238E27FC236}">
                <a16:creationId xmlns:a16="http://schemas.microsoft.com/office/drawing/2014/main" id="{ABDDE127-5629-37AE-896A-602C7A04F1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16434798"/>
              </p:ext>
            </p:extLst>
          </p:nvPr>
        </p:nvGraphicFramePr>
        <p:xfrm>
          <a:off x="213680" y="1352550"/>
          <a:ext cx="4375946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1194">
                  <a:extLst>
                    <a:ext uri="{9D8B030D-6E8A-4147-A177-3AD203B41FA5}">
                      <a16:colId xmlns:a16="http://schemas.microsoft.com/office/drawing/2014/main" val="3750746221"/>
                    </a:ext>
                  </a:extLst>
                </a:gridCol>
                <a:gridCol w="1235994">
                  <a:extLst>
                    <a:ext uri="{9D8B030D-6E8A-4147-A177-3AD203B41FA5}">
                      <a16:colId xmlns:a16="http://schemas.microsoft.com/office/drawing/2014/main" val="1148850237"/>
                    </a:ext>
                  </a:extLst>
                </a:gridCol>
                <a:gridCol w="1358758">
                  <a:extLst>
                    <a:ext uri="{9D8B030D-6E8A-4147-A177-3AD203B41FA5}">
                      <a16:colId xmlns:a16="http://schemas.microsoft.com/office/drawing/2014/main" val="907145743"/>
                    </a:ext>
                  </a:extLst>
                </a:gridCol>
              </a:tblGrid>
              <a:tr h="356811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Bullying</a:t>
                      </a:r>
                      <a:r>
                        <a:rPr lang="es-ES" dirty="0"/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Bullying</a:t>
                      </a:r>
                      <a:r>
                        <a:rPr lang="es-ES" dirty="0"/>
                        <a:t>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124787"/>
                  </a:ext>
                </a:extLst>
              </a:tr>
              <a:tr h="36176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Muestras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2.512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94872"/>
                  </a:ext>
                </a:extLst>
              </a:tr>
              <a:tr h="36176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 sufre acoso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64’8 %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51’91 %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02725"/>
                  </a:ext>
                </a:extLst>
              </a:tr>
              <a:tr h="36176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Sufre acoso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35’2 %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48’09 %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637430"/>
                  </a:ext>
                </a:extLst>
              </a:tr>
              <a:tr h="36176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692243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DA74BD1C-F0F8-FE61-D02B-D68FADAC7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553959"/>
              </p:ext>
            </p:extLst>
          </p:nvPr>
        </p:nvGraphicFramePr>
        <p:xfrm>
          <a:off x="4823351" y="1352550"/>
          <a:ext cx="7239788" cy="247230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17552">
                  <a:extLst>
                    <a:ext uri="{9D8B030D-6E8A-4147-A177-3AD203B41FA5}">
                      <a16:colId xmlns:a16="http://schemas.microsoft.com/office/drawing/2014/main" val="2736012843"/>
                    </a:ext>
                  </a:extLst>
                </a:gridCol>
                <a:gridCol w="676256">
                  <a:extLst>
                    <a:ext uri="{9D8B030D-6E8A-4147-A177-3AD203B41FA5}">
                      <a16:colId xmlns:a16="http://schemas.microsoft.com/office/drawing/2014/main" val="1452591781"/>
                    </a:ext>
                  </a:extLst>
                </a:gridCol>
                <a:gridCol w="1415679">
                  <a:extLst>
                    <a:ext uri="{9D8B030D-6E8A-4147-A177-3AD203B41FA5}">
                      <a16:colId xmlns:a16="http://schemas.microsoft.com/office/drawing/2014/main" val="1151233242"/>
                    </a:ext>
                  </a:extLst>
                </a:gridCol>
                <a:gridCol w="1146693">
                  <a:extLst>
                    <a:ext uri="{9D8B030D-6E8A-4147-A177-3AD203B41FA5}">
                      <a16:colId xmlns:a16="http://schemas.microsoft.com/office/drawing/2014/main" val="1694899272"/>
                    </a:ext>
                  </a:extLst>
                </a:gridCol>
                <a:gridCol w="1683608">
                  <a:extLst>
                    <a:ext uri="{9D8B030D-6E8A-4147-A177-3AD203B41FA5}">
                      <a16:colId xmlns:a16="http://schemas.microsoft.com/office/drawing/2014/main" val="1122700326"/>
                    </a:ext>
                  </a:extLst>
                </a:gridCol>
              </a:tblGrid>
              <a:tr h="537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min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 err="1">
                          <a:solidFill>
                            <a:schemeClr val="lt1"/>
                          </a:solidFill>
                        </a:rPr>
                        <a:t>max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promedio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fuera de rango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6373927"/>
                  </a:ext>
                </a:extLst>
              </a:tr>
              <a:tr h="4126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B1 Autoestima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33’739279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6’456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100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900027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B1 Ansiedad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33’402491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6’41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100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3754205"/>
                  </a:ext>
                </a:extLst>
              </a:tr>
              <a:tr h="2822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B1 Depresión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10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4’879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916916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B2 Autoestima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33’557282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6’367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125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9087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B2 Ansiedad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33’977376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6’743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125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4845865"/>
                  </a:ext>
                </a:extLst>
              </a:tr>
              <a:tr h="2822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</a:rPr>
                        <a:t>B2 Depresión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>
                          <a:solidFill>
                            <a:schemeClr val="dk1"/>
                          </a:solidFill>
                        </a:rPr>
                        <a:t>10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4’894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s-E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6505517"/>
                  </a:ext>
                </a:extLst>
              </a:tr>
            </a:tbl>
          </a:graphicData>
        </a:graphic>
      </p:graphicFrame>
      <p:sp>
        <p:nvSpPr>
          <p:cNvPr id="22" name="Marcador de contenido 9">
            <a:extLst>
              <a:ext uri="{FF2B5EF4-FFF2-40B4-BE49-F238E27FC236}">
                <a16:creationId xmlns:a16="http://schemas.microsoft.com/office/drawing/2014/main" id="{3A231756-BE84-BCB0-045C-3EA011C31985}"/>
              </a:ext>
            </a:extLst>
          </p:cNvPr>
          <p:cNvSpPr txBox="1">
            <a:spLocks/>
          </p:cNvSpPr>
          <p:nvPr/>
        </p:nvSpPr>
        <p:spPr>
          <a:xfrm>
            <a:off x="6172200" y="873125"/>
            <a:ext cx="5796595" cy="4632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sz="2000" dirty="0"/>
              <a:t>Variables con datos fuera de rango.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2000" dirty="0"/>
          </a:p>
        </p:txBody>
      </p:sp>
      <p:graphicFrame>
        <p:nvGraphicFramePr>
          <p:cNvPr id="23" name="Marcador de contenido 19">
            <a:extLst>
              <a:ext uri="{FF2B5EF4-FFF2-40B4-BE49-F238E27FC236}">
                <a16:creationId xmlns:a16="http://schemas.microsoft.com/office/drawing/2014/main" id="{863A0279-2ED6-EBD9-87C1-611449706A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6484422"/>
              </p:ext>
            </p:extLst>
          </p:nvPr>
        </p:nvGraphicFramePr>
        <p:xfrm>
          <a:off x="223205" y="4082034"/>
          <a:ext cx="4375946" cy="1097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1194">
                  <a:extLst>
                    <a:ext uri="{9D8B030D-6E8A-4147-A177-3AD203B41FA5}">
                      <a16:colId xmlns:a16="http://schemas.microsoft.com/office/drawing/2014/main" val="3750746221"/>
                    </a:ext>
                  </a:extLst>
                </a:gridCol>
                <a:gridCol w="1235994">
                  <a:extLst>
                    <a:ext uri="{9D8B030D-6E8A-4147-A177-3AD203B41FA5}">
                      <a16:colId xmlns:a16="http://schemas.microsoft.com/office/drawing/2014/main" val="1148850237"/>
                    </a:ext>
                  </a:extLst>
                </a:gridCol>
                <a:gridCol w="1358758">
                  <a:extLst>
                    <a:ext uri="{9D8B030D-6E8A-4147-A177-3AD203B41FA5}">
                      <a16:colId xmlns:a16="http://schemas.microsoft.com/office/drawing/2014/main" val="907145743"/>
                    </a:ext>
                  </a:extLst>
                </a:gridCol>
              </a:tblGrid>
              <a:tr h="356811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Bullying</a:t>
                      </a:r>
                      <a:r>
                        <a:rPr lang="es-ES" dirty="0"/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Bullying</a:t>
                      </a:r>
                      <a:r>
                        <a:rPr lang="es-ES" dirty="0"/>
                        <a:t>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124787"/>
                  </a:ext>
                </a:extLst>
              </a:tr>
              <a:tr h="36176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2.387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94872"/>
                  </a:ext>
                </a:extLst>
              </a:tr>
              <a:tr h="36176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Núm. Amigos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2.387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02725"/>
                  </a:ext>
                </a:extLst>
              </a:tr>
            </a:tbl>
          </a:graphicData>
        </a:graphic>
      </p:graphicFrame>
      <p:sp>
        <p:nvSpPr>
          <p:cNvPr id="24" name="Marcador de contenido 9">
            <a:extLst>
              <a:ext uri="{FF2B5EF4-FFF2-40B4-BE49-F238E27FC236}">
                <a16:creationId xmlns:a16="http://schemas.microsoft.com/office/drawing/2014/main" id="{366D8C88-0B29-CF48-C2E2-AD03837FDDB7}"/>
              </a:ext>
            </a:extLst>
          </p:cNvPr>
          <p:cNvSpPr txBox="1">
            <a:spLocks/>
          </p:cNvSpPr>
          <p:nvPr/>
        </p:nvSpPr>
        <p:spPr>
          <a:xfrm>
            <a:off x="128861" y="3608959"/>
            <a:ext cx="5796595" cy="946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sz="2000" dirty="0"/>
              <a:t>Datos incompletos: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29254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E53D-24FE-BC52-246E-ED3ECB201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93672-FA15-124D-0113-B0A826FD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" dirty="0"/>
              <a:t>Comparativa bullying1 vs bullying2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35E544-A72B-FED3-ECBB-DF8305201E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" dirty="0"/>
              <a:t>Análisis y resolución de problemas de aprendizaje </a:t>
            </a:r>
            <a:endParaRPr lang="es-E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92D18F5E-9D43-3D39-3A6C-C19E5A64117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Máster Inteligencia Artificial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07345A18-070F-3A05-B743-47BFB2778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205" y="873125"/>
            <a:ext cx="5796595" cy="46323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000" dirty="0"/>
              <a:t>Observamos que, con los nuevos datos, el mejor resultado lo obtenemos con </a:t>
            </a:r>
            <a:r>
              <a:rPr lang="es-ES" sz="2000" dirty="0" err="1"/>
              <a:t>Gradient</a:t>
            </a:r>
            <a:r>
              <a:rPr lang="es-ES" sz="2000" dirty="0"/>
              <a:t> </a:t>
            </a:r>
            <a:r>
              <a:rPr lang="es-ES" sz="2000" dirty="0" err="1"/>
              <a:t>Boosting</a:t>
            </a:r>
            <a:r>
              <a:rPr lang="es-ES" sz="2000" dirty="0"/>
              <a:t>, por otro lado, al tener los datos balanceados nos ahorramos el tener que aplicar métodos de balanceo como SMOTE.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90337C9-6A21-E15D-1B89-CA59A02857F0}"/>
              </a:ext>
            </a:extLst>
          </p:cNvPr>
          <p:cNvSpPr txBox="1"/>
          <p:nvPr/>
        </p:nvSpPr>
        <p:spPr>
          <a:xfrm>
            <a:off x="154465" y="3429000"/>
            <a:ext cx="5934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Top (B1): SMOTE + </a:t>
            </a:r>
            <a:r>
              <a:rPr lang="es-ES" dirty="0" err="1"/>
              <a:t>Random</a:t>
            </a:r>
            <a:r>
              <a:rPr lang="es-ES" dirty="0"/>
              <a:t> Forest | ROC-AUC: 0.9027</a:t>
            </a:r>
          </a:p>
          <a:p>
            <a:r>
              <a:rPr lang="es-ES" dirty="0"/>
              <a:t>Top (B2):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Boosting</a:t>
            </a:r>
            <a:r>
              <a:rPr lang="es-ES" dirty="0"/>
              <a:t> | ROC-AUC: 0.9171</a:t>
            </a:r>
            <a:endParaRPr lang="es-ES" dirty="0">
              <a:latin typeface="IBM Plex Sans" panose="020B0503050203000203" pitchFamily="34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813DE06-22D8-B95F-207B-5433D896F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934859"/>
              </p:ext>
            </p:extLst>
          </p:nvPr>
        </p:nvGraphicFramePr>
        <p:xfrm>
          <a:off x="223205" y="4429797"/>
          <a:ext cx="7939718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2720">
                  <a:extLst>
                    <a:ext uri="{9D8B030D-6E8A-4147-A177-3AD203B41FA5}">
                      <a16:colId xmlns:a16="http://schemas.microsoft.com/office/drawing/2014/main" val="2101124987"/>
                    </a:ext>
                  </a:extLst>
                </a:gridCol>
                <a:gridCol w="1207214">
                  <a:extLst>
                    <a:ext uri="{9D8B030D-6E8A-4147-A177-3AD203B41FA5}">
                      <a16:colId xmlns:a16="http://schemas.microsoft.com/office/drawing/2014/main" val="1316768362"/>
                    </a:ext>
                  </a:extLst>
                </a:gridCol>
                <a:gridCol w="630772">
                  <a:extLst>
                    <a:ext uri="{9D8B030D-6E8A-4147-A177-3AD203B41FA5}">
                      <a16:colId xmlns:a16="http://schemas.microsoft.com/office/drawing/2014/main" val="2754701395"/>
                    </a:ext>
                  </a:extLst>
                </a:gridCol>
                <a:gridCol w="774282">
                  <a:extLst>
                    <a:ext uri="{9D8B030D-6E8A-4147-A177-3AD203B41FA5}">
                      <a16:colId xmlns:a16="http://schemas.microsoft.com/office/drawing/2014/main" val="3201201028"/>
                    </a:ext>
                  </a:extLst>
                </a:gridCol>
                <a:gridCol w="841029">
                  <a:extLst>
                    <a:ext uri="{9D8B030D-6E8A-4147-A177-3AD203B41FA5}">
                      <a16:colId xmlns:a16="http://schemas.microsoft.com/office/drawing/2014/main" val="2336071149"/>
                    </a:ext>
                  </a:extLst>
                </a:gridCol>
                <a:gridCol w="630772">
                  <a:extLst>
                    <a:ext uri="{9D8B030D-6E8A-4147-A177-3AD203B41FA5}">
                      <a16:colId xmlns:a16="http://schemas.microsoft.com/office/drawing/2014/main" val="1182099917"/>
                    </a:ext>
                  </a:extLst>
                </a:gridCol>
                <a:gridCol w="774282">
                  <a:extLst>
                    <a:ext uri="{9D8B030D-6E8A-4147-A177-3AD203B41FA5}">
                      <a16:colId xmlns:a16="http://schemas.microsoft.com/office/drawing/2014/main" val="2038753914"/>
                    </a:ext>
                  </a:extLst>
                </a:gridCol>
                <a:gridCol w="987875">
                  <a:extLst>
                    <a:ext uri="{9D8B030D-6E8A-4147-A177-3AD203B41FA5}">
                      <a16:colId xmlns:a16="http://schemas.microsoft.com/office/drawing/2014/main" val="2248400739"/>
                    </a:ext>
                  </a:extLst>
                </a:gridCol>
                <a:gridCol w="630772">
                  <a:extLst>
                    <a:ext uri="{9D8B030D-6E8A-4147-A177-3AD203B41FA5}">
                      <a16:colId xmlns:a16="http://schemas.microsoft.com/office/drawing/2014/main" val="18263798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modelo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accuracy_B1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f1_B1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roc_auc_B1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accuracy_B2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f1_B2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roc_auc_B2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best_threshold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best_f1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41806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Random</a:t>
                      </a:r>
                      <a:r>
                        <a:rPr lang="es-ES" sz="1100" u="none" strike="noStrike" dirty="0">
                          <a:effectLst/>
                        </a:rPr>
                        <a:t> Forest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0.83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0.758865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0.902694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0.854871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0.856016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0.909455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0.45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0.874046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74587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Gradient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Boosting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0.835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0.76087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0.90164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0.872763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0.87251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0.917086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0.880597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20872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Logistic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Regression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0.63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0.522581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0.67113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0.644135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0.641283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0.689386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0.681356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8159867"/>
                  </a:ext>
                </a:extLst>
              </a:tr>
            </a:tbl>
          </a:graphicData>
        </a:graphic>
      </p:graphicFrame>
      <p:grpSp>
        <p:nvGrpSpPr>
          <p:cNvPr id="8" name="Grupo 7">
            <a:extLst>
              <a:ext uri="{FF2B5EF4-FFF2-40B4-BE49-F238E27FC236}">
                <a16:creationId xmlns:a16="http://schemas.microsoft.com/office/drawing/2014/main" id="{A5A00B2F-7603-274C-79B3-D85BA3CACA2F}"/>
              </a:ext>
            </a:extLst>
          </p:cNvPr>
          <p:cNvGrpSpPr/>
          <p:nvPr/>
        </p:nvGrpSpPr>
        <p:grpSpPr>
          <a:xfrm>
            <a:off x="6191943" y="1307752"/>
            <a:ext cx="5880715" cy="2949924"/>
            <a:chOff x="6191943" y="1307752"/>
            <a:chExt cx="5880715" cy="2949924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DB23343-E48C-1A31-774C-F1A8110C0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66670" y="1307752"/>
              <a:ext cx="2905988" cy="2949924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01DA5F5E-0CBD-EA06-678D-9052E30D8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943" y="1307752"/>
              <a:ext cx="2905988" cy="2949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0336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197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UM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>
            <a:latin typeface="IBM Plex Sans" panose="020B050305020300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ABD9A9DC-AE45-4897-8165-08051E93C7FD}" vid="{75DAC26B-7340-45A7-8047-A34F0AF90EE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f6d9fe-5a1c-4d17-972f-a76b1cd2bb62">
      <Terms xmlns="http://schemas.microsoft.com/office/infopath/2007/PartnerControls"/>
    </lcf76f155ced4ddcb4097134ff3c332f>
    <TaxCatchAll xmlns="2a093766-e98b-4277-9aa0-522e7c6daf3a" xsi:nil="true"/>
    <_dlc_DocId xmlns="2a093766-e98b-4277-9aa0-522e7c6daf3a">MWMSHPFJTTX5-1756482786-6589</_dlc_DocId>
    <_dlc_DocIdUrl xmlns="2a093766-e98b-4277-9aa0-522e7c6daf3a">
      <Url>https://univmurcia.sharepoint.com/sites/RecursosUMU/_layouts/15/DocIdRedir.aspx?ID=MWMSHPFJTTX5-1756482786-6589</Url>
      <Description>MWMSHPFJTTX5-1756482786-6589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02F82A2E054046A5154905F70EE13E" ma:contentTypeVersion="10" ma:contentTypeDescription="Crear nuevo documento." ma:contentTypeScope="" ma:versionID="30920af3ec2443487386c199dbf8ec6f">
  <xsd:schema xmlns:xsd="http://www.w3.org/2001/XMLSchema" xmlns:xs="http://www.w3.org/2001/XMLSchema" xmlns:p="http://schemas.microsoft.com/office/2006/metadata/properties" xmlns:ns2="2a093766-e98b-4277-9aa0-522e7c6daf3a" xmlns:ns3="e4f6d9fe-5a1c-4d17-972f-a76b1cd2bb62" targetNamespace="http://schemas.microsoft.com/office/2006/metadata/properties" ma:root="true" ma:fieldsID="26fa6aecfd1ac3bf3b577923669fcd69" ns2:_="" ns3:_="">
    <xsd:import namespace="2a093766-e98b-4277-9aa0-522e7c6daf3a"/>
    <xsd:import namespace="e4f6d9fe-5a1c-4d17-972f-a76b1cd2bb6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093766-e98b-4277-9aa0-522e7c6daf3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e Id. de documento" ma:description="El valor del identificador de documento asignado a este elemento." ma:indexed="true" ma:internalName="_dlc_DocId" ma:readOnly="true">
      <xsd:simpleType>
        <xsd:restriction base="dms:Text"/>
      </xsd:simpleType>
    </xsd:element>
    <xsd:element name="_dlc_DocIdUrl" ma:index="9" nillable="true" ma:displayName="Id. de documento" ma:description="Vínculo permanente 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6" nillable="true" ma:displayName="Taxonomy Catch All Column" ma:hidden="true" ma:list="{b8ab4347-2e1a-49bc-acf8-efb047c5154f}" ma:internalName="TaxCatchAll" ma:showField="CatchAllData" ma:web="2a093766-e98b-4277-9aa0-522e7c6daf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6d9fe-5a1c-4d17-972f-a76b1cd2b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636d6cda-3353-4fe8-b266-5b7f4d6b03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B870F05-3A1B-4AEE-B582-18A13E2180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E313A8-EC32-4116-836E-9DB12B21C895}">
  <ds:schemaRefs>
    <ds:schemaRef ds:uri="http://schemas.microsoft.com/office/2006/metadata/properties"/>
    <ds:schemaRef ds:uri="http://schemas.microsoft.com/office/infopath/2007/PartnerControls"/>
    <ds:schemaRef ds:uri="e4f6d9fe-5a1c-4d17-972f-a76b1cd2bb62"/>
    <ds:schemaRef ds:uri="2a093766-e98b-4277-9aa0-522e7c6daf3a"/>
  </ds:schemaRefs>
</ds:datastoreItem>
</file>

<file path=customXml/itemProps3.xml><?xml version="1.0" encoding="utf-8"?>
<ds:datastoreItem xmlns:ds="http://schemas.openxmlformats.org/officeDocument/2006/customXml" ds:itemID="{190F330A-7385-4ABA-B0CC-8B167A106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093766-e98b-4277-9aa0-522e7c6daf3a"/>
    <ds:schemaRef ds:uri="e4f6d9fe-5a1c-4d17-972f-a76b1cd2bb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746FFF4-9982-49B2-80A3-91B479A3C3B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Facultad de Informática</Template>
  <TotalTime>292</TotalTime>
  <Words>427</Words>
  <Application>Microsoft Office PowerPoint</Application>
  <PresentationFormat>Panorámica</PresentationFormat>
  <Paragraphs>127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Narrow</vt:lpstr>
      <vt:lpstr>Arial</vt:lpstr>
      <vt:lpstr>IBM Plex Sans</vt:lpstr>
      <vt:lpstr>Tema UMU</vt:lpstr>
      <vt:lpstr> Práctica 1  Análisis y resolución de problemas de aprendizaje </vt:lpstr>
      <vt:lpstr>Introducción Técnicas utilizadas en el estudio Influencia de variables Comparativa bullying1 vs bullying2</vt:lpstr>
      <vt:lpstr>Introducción</vt:lpstr>
      <vt:lpstr>Técnicas utilizadas en el estudio</vt:lpstr>
      <vt:lpstr>Influencia de variables</vt:lpstr>
      <vt:lpstr>Comparativa bullying1 vs bullying2</vt:lpstr>
      <vt:lpstr>Comparativa bullying1 vs bullying2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SERNA MUÑOZ</dc:creator>
  <cp:lastModifiedBy>RUBEN SERNA MUÑOZ</cp:lastModifiedBy>
  <cp:revision>1</cp:revision>
  <dcterms:created xsi:type="dcterms:W3CDTF">2025-11-19T17:39:16Z</dcterms:created>
  <dcterms:modified xsi:type="dcterms:W3CDTF">2025-11-19T22:33:25Z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0x0101004502F82A2E054046A5154905F70EE13E</vt:lpwstr>
  </property>
  <property fmtid="{D5CDD505-2E9C-101B-9397-08002B2CF9AE}" pid="3" name="_dlc_DocIdItemGuid">
    <vt:lpwstr>2ad2b907-5b8b-4526-a11b-e4144f8ac9ae</vt:lpwstr>
  </property>
</Properties>
</file>